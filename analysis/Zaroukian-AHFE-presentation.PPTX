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3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87" r:id="rId4"/>
    <p:sldMasterId id="2147484216" r:id="rId5"/>
    <p:sldMasterId id="2147484224" r:id="rId6"/>
    <p:sldMasterId id="2147484232" r:id="rId7"/>
  </p:sldMasterIdLst>
  <p:notesMasterIdLst>
    <p:notesMasterId r:id="rId14"/>
  </p:notesMasterIdLst>
  <p:handoutMasterIdLst>
    <p:handoutMasterId r:id="rId15"/>
  </p:handoutMasterIdLst>
  <p:sldIdLst>
    <p:sldId id="299" r:id="rId8"/>
    <p:sldId id="300" r:id="rId9"/>
    <p:sldId id="301" r:id="rId10"/>
    <p:sldId id="295" r:id="rId11"/>
    <p:sldId id="302" r:id="rId12"/>
    <p:sldId id="272" r:id="rId13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8989"/>
    <a:srgbClr val="DBDCD8"/>
    <a:srgbClr val="82786F"/>
    <a:srgbClr val="32362C"/>
    <a:srgbClr val="45473E"/>
    <a:srgbClr val="3B4324"/>
    <a:srgbClr val="D8D8D8"/>
    <a:srgbClr val="C9C9C9"/>
    <a:srgbClr val="B2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51" autoAdjust="0"/>
    <p:restoredTop sz="94687"/>
  </p:normalViewPr>
  <p:slideViewPr>
    <p:cSldViewPr snapToGrid="0">
      <p:cViewPr varScale="1">
        <p:scale>
          <a:sx n="93" d="100"/>
          <a:sy n="93" d="100"/>
        </p:scale>
        <p:origin x="9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0" d="100"/>
          <a:sy n="80" d="100"/>
        </p:scale>
        <p:origin x="222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5" Type="http://schemas.openxmlformats.org/officeDocument/2006/relationships/slideMaster" Target="slideMasters/slideMaster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3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40" y="0"/>
            <a:ext cx="3038475" cy="465138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D16C31D-1C22-F84A-A7B5-6952EF1AE403}" type="datetimeFigureOut">
              <a:rPr lang="en-US" altLang="en-US"/>
              <a:pPr/>
              <a:t>1/23/2019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829675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40" y="8829675"/>
            <a:ext cx="3038475" cy="465138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19AB6B5-BF0B-064C-A88E-36E4B2A8255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15853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40" y="0"/>
            <a:ext cx="3038475" cy="465138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438D594-1B45-0D47-8F23-AED13F1D19BA}" type="datetimeFigureOut">
              <a:rPr lang="en-US" altLang="en-US"/>
              <a:pPr/>
              <a:t>1/23/2019</a:t>
            </a:fld>
            <a:endParaRPr lang="en-US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 dirty="0" smtClean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4416428"/>
            <a:ext cx="5607050" cy="4183063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noProof="0" dirty="0" smtClean="0"/>
              <a:t>Click to edit Master text styles</a:t>
            </a:r>
          </a:p>
          <a:p>
            <a:pPr lvl="1"/>
            <a:r>
              <a:rPr lang="en-US" noProof="0" dirty="0" smtClean="0"/>
              <a:t>Second level</a:t>
            </a:r>
          </a:p>
          <a:p>
            <a:pPr lvl="2"/>
            <a:r>
              <a:rPr lang="en-US" noProof="0" dirty="0" smtClean="0"/>
              <a:t>Third level</a:t>
            </a:r>
          </a:p>
          <a:p>
            <a:pPr lvl="3"/>
            <a:r>
              <a:rPr lang="en-US" noProof="0" dirty="0" smtClean="0"/>
              <a:t>Fourth level</a:t>
            </a:r>
          </a:p>
          <a:p>
            <a:pPr lvl="4"/>
            <a:r>
              <a:rPr lang="en-US" noProof="0" dirty="0" smtClean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29675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40" y="8829675"/>
            <a:ext cx="3038475" cy="465138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C2944A4-BE83-F140-9F51-6CC3B6D54F4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230641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White Cover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>
                <a:solidFill>
                  <a:schemeClr val="tx1"/>
                </a:solidFill>
              </a:rPr>
              <a:t>U.S. ARMY </a:t>
            </a:r>
            <a:r>
              <a:rPr lang="en-US" sz="3200" dirty="0" smtClean="0">
                <a:solidFill>
                  <a:schemeClr val="tx1"/>
                </a:solidFill>
              </a:rPr>
              <a:t>COMBAT</a:t>
            </a:r>
            <a:r>
              <a:rPr lang="en-US" sz="3200" baseline="0" dirty="0" smtClean="0">
                <a:solidFill>
                  <a:schemeClr val="tx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tx1"/>
                </a:solidFill>
              </a:rPr>
              <a:t>ARMY RESEARCH LABORATORY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1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2424904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Cover Slide (FOR DIGITAL USE ONLY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4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4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bg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bg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bg1"/>
                </a:solidFill>
              </a:rPr>
              <a:t>ARMY RESEARCH LABORATORY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35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9288805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442210" y="2286001"/>
            <a:ext cx="8237095" cy="1285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442210" y="3569973"/>
            <a:ext cx="8237095" cy="854075"/>
          </a:xfrm>
          <a:prstGeom prst="rect">
            <a:avLst/>
          </a:prstGeom>
        </p:spPr>
        <p:txBody>
          <a:bodyPr/>
          <a:lstStyle>
            <a:lvl1pPr>
              <a:defRPr sz="1800" b="0"/>
            </a:lvl1pPr>
          </a:lstStyle>
          <a:p>
            <a:pPr lvl="0"/>
            <a:r>
              <a:rPr lang="en-US" dirty="0" smtClean="0"/>
              <a:t>SECTION 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40806995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442210" y="1228725"/>
            <a:ext cx="8094688" cy="4714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230188" indent="-230188">
              <a:spcBef>
                <a:spcPts val="0"/>
              </a:spcBef>
              <a:buFont typeface="Arial" panose="020B0604020202020204" pitchFamily="34" charset="0"/>
              <a:buChar char="•"/>
              <a:defRPr sz="1800" b="1">
                <a:solidFill>
                  <a:schemeClr val="tx1"/>
                </a:solidFill>
              </a:defRPr>
            </a:lvl1pPr>
            <a:lvl2pPr marL="461963" indent="-233363">
              <a:spcBef>
                <a:spcPts val="0"/>
              </a:spcBef>
              <a:defRPr sz="1600">
                <a:solidFill>
                  <a:schemeClr val="tx1"/>
                </a:solidFill>
              </a:defRPr>
            </a:lvl2pPr>
            <a:lvl3pPr marL="684213" indent="-222250"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</p:txBody>
      </p:sp>
      <p:sp>
        <p:nvSpPr>
          <p:cNvPr id="6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427147961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27014838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White Cover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2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2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2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8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29" name="Rectangle 28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tx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tx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tx1"/>
                </a:solidFill>
              </a:rPr>
              <a:t>ARMY RESEARCH LABORATORY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31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35743952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ck Cover Slide (FOR DIGITAL USE ONLY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bg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bg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bg1"/>
                </a:solidFill>
              </a:rPr>
              <a:t>ARMY RESEARCH LABORATORY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21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3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2957921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442210" y="2286001"/>
            <a:ext cx="8237095" cy="1285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442210" y="3569973"/>
            <a:ext cx="8237095" cy="854075"/>
          </a:xfrm>
          <a:prstGeom prst="rect">
            <a:avLst/>
          </a:prstGeom>
        </p:spPr>
        <p:txBody>
          <a:bodyPr/>
          <a:lstStyle>
            <a:lvl1pPr>
              <a:defRPr sz="1800" b="0" baseline="0"/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7188617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442210" y="1228725"/>
            <a:ext cx="8094688" cy="4714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230188" indent="-230188">
              <a:spcBef>
                <a:spcPts val="0"/>
              </a:spcBef>
              <a:buFont typeface="Arial" panose="020B0604020202020204" pitchFamily="34" charset="0"/>
              <a:buChar char="•"/>
              <a:defRPr sz="1800" b="1">
                <a:solidFill>
                  <a:schemeClr val="tx1"/>
                </a:solidFill>
              </a:defRPr>
            </a:lvl1pPr>
            <a:lvl2pPr marL="461963" indent="-233363">
              <a:spcBef>
                <a:spcPts val="0"/>
              </a:spcBef>
              <a:defRPr sz="1600">
                <a:solidFill>
                  <a:schemeClr val="tx1"/>
                </a:solidFill>
              </a:defRPr>
            </a:lvl2pPr>
            <a:lvl3pPr marL="684213" indent="-222250"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</p:txBody>
      </p:sp>
      <p:sp>
        <p:nvSpPr>
          <p:cNvPr id="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115957352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357447119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White Cover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21" name="Rectangle 20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tx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tx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tx1"/>
                </a:solidFill>
              </a:rPr>
              <a:t>ARMY RESEARCH LABORATORY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3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7569387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Black Cover Slide (FOR DIGITAL USE ONLY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bg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bg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bg1"/>
                </a:solidFill>
              </a:rPr>
              <a:t>ARMY RESEARCH LABORATORY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21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3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13871236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442210" y="2286001"/>
            <a:ext cx="8237095" cy="1285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442210" y="3569973"/>
            <a:ext cx="8237095" cy="854075"/>
          </a:xfrm>
          <a:prstGeom prst="rect">
            <a:avLst/>
          </a:prstGeom>
        </p:spPr>
        <p:txBody>
          <a:bodyPr/>
          <a:lstStyle>
            <a:lvl1pPr>
              <a:defRPr sz="1800" b="0"/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1056092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442210" y="1228725"/>
            <a:ext cx="8094688" cy="4714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230188" indent="-230188">
              <a:spcBef>
                <a:spcPts val="0"/>
              </a:spcBef>
              <a:buFont typeface="Arial" panose="020B0604020202020204" pitchFamily="34" charset="0"/>
              <a:buChar char="•"/>
              <a:defRPr sz="1800" b="1">
                <a:solidFill>
                  <a:schemeClr val="tx1"/>
                </a:solidFill>
              </a:defRPr>
            </a:lvl1pPr>
            <a:lvl2pPr marL="461963" indent="-233363">
              <a:spcBef>
                <a:spcPts val="0"/>
              </a:spcBef>
              <a:defRPr sz="1600">
                <a:solidFill>
                  <a:schemeClr val="tx1"/>
                </a:solidFill>
              </a:defRPr>
            </a:lvl2pPr>
            <a:lvl3pPr marL="684213" indent="-222250"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</p:txBody>
      </p:sp>
      <p:sp>
        <p:nvSpPr>
          <p:cNvPr id="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3113444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183258228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White Cover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</a:t>
            </a:r>
            <a:r>
              <a:rPr lang="en-US" sz="800" baseline="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</a:t>
            </a:r>
            <a:r>
              <a:rPr lang="en-US" sz="800" baseline="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21" name="Rectangle 20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tx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tx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tx1"/>
                </a:solidFill>
              </a:rPr>
              <a:t>ARMY RESEARCH LABORATORY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3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19926171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Black Cover Slide (FOR DIGITAL USE ONLY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bg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bg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bg1"/>
                </a:solidFill>
              </a:rPr>
              <a:t>ARMY RESEARCH LABORATORY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21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3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42500576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442210" y="2286001"/>
            <a:ext cx="8237095" cy="1285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442210" y="3569973"/>
            <a:ext cx="8237095" cy="854075"/>
          </a:xfrm>
          <a:prstGeom prst="rect">
            <a:avLst/>
          </a:prstGeom>
        </p:spPr>
        <p:txBody>
          <a:bodyPr/>
          <a:lstStyle>
            <a:lvl1pPr>
              <a:defRPr sz="1800" b="0"/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14917690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442210" y="1228725"/>
            <a:ext cx="8094688" cy="4714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230188" indent="-230188">
              <a:spcBef>
                <a:spcPts val="0"/>
              </a:spcBef>
              <a:buFont typeface="Arial" panose="020B0604020202020204" pitchFamily="34" charset="0"/>
              <a:buChar char="•"/>
              <a:defRPr sz="1800" b="1">
                <a:solidFill>
                  <a:schemeClr val="tx1"/>
                </a:solidFill>
              </a:defRPr>
            </a:lvl1pPr>
            <a:lvl2pPr marL="461963" indent="-233363">
              <a:spcBef>
                <a:spcPts val="0"/>
              </a:spcBef>
              <a:defRPr sz="1600">
                <a:solidFill>
                  <a:schemeClr val="tx1"/>
                </a:solidFill>
              </a:defRPr>
            </a:lvl2pPr>
            <a:lvl3pPr marL="684213" indent="-222250"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</p:txBody>
      </p:sp>
      <p:sp>
        <p:nvSpPr>
          <p:cNvPr id="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10113615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33804520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1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9" name="TextBox 18"/>
          <p:cNvSpPr txBox="1"/>
          <p:nvPr userDrawn="1"/>
        </p:nvSpPr>
        <p:spPr>
          <a:xfrm>
            <a:off x="8735627" y="6636780"/>
            <a:ext cx="417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96AD103F-80C8-4104-B396-731727462289}" type="slidenum">
              <a:rPr lang="en-US" sz="800" b="1" smtClean="0">
                <a:solidFill>
                  <a:schemeClr val="accent2"/>
                </a:solidFill>
              </a:rPr>
              <a:pPr algn="r"/>
              <a:t>‹#›</a:t>
            </a:fld>
            <a:endParaRPr lang="en-US" sz="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0489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15" r:id="rId1"/>
    <p:sldLayoutId id="2147484188" r:id="rId2"/>
    <p:sldLayoutId id="2147484189" r:id="rId3"/>
    <p:sldLayoutId id="2147484190" r:id="rId4"/>
    <p:sldLayoutId id="2147484192" r:id="rId5"/>
  </p:sldLayoutIdLst>
  <p:timing>
    <p:tnLst>
      <p:par>
        <p:cTn id="1" dur="indefinite" restart="never" nodeType="tmRoot"/>
      </p:par>
    </p:tnLst>
  </p:timing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 kern="1200" cap="all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defRPr sz="2400" kern="1200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143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3pPr>
      <a:lvl4pPr marL="13716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4pPr>
      <a:lvl5pPr marL="18288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1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8735627" y="6636780"/>
            <a:ext cx="417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96AD103F-80C8-4104-B396-731727462289}" type="slidenum">
              <a:rPr lang="en-US" sz="800" b="1" smtClean="0">
                <a:solidFill>
                  <a:schemeClr val="accent2"/>
                </a:solidFill>
              </a:rPr>
              <a:pPr algn="r"/>
              <a:t>‹#›</a:t>
            </a:fld>
            <a:endParaRPr lang="en-US" sz="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3386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17" r:id="rId1"/>
    <p:sldLayoutId id="2147484218" r:id="rId2"/>
    <p:sldLayoutId id="2147484219" r:id="rId3"/>
    <p:sldLayoutId id="2147484220" r:id="rId4"/>
    <p:sldLayoutId id="2147484222" r:id="rId5"/>
  </p:sldLayoutIdLst>
  <p:timing>
    <p:tnLst>
      <p:par>
        <p:cTn id="1" dur="indefinite" restart="never" nodeType="tmRoot"/>
      </p:par>
    </p:tnLst>
  </p:timing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 kern="1200" cap="all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defRPr sz="2400" kern="1200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143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3pPr>
      <a:lvl4pPr marL="13716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4pPr>
      <a:lvl5pPr marL="18288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1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8735627" y="6636780"/>
            <a:ext cx="417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96AD103F-80C8-4104-B396-731727462289}" type="slidenum">
              <a:rPr lang="en-US" sz="800" b="1" smtClean="0">
                <a:solidFill>
                  <a:schemeClr val="accent2"/>
                </a:solidFill>
              </a:rPr>
              <a:pPr algn="r"/>
              <a:t>‹#›</a:t>
            </a:fld>
            <a:endParaRPr lang="en-US" sz="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894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5" r:id="rId1"/>
    <p:sldLayoutId id="2147484226" r:id="rId2"/>
    <p:sldLayoutId id="2147484227" r:id="rId3"/>
    <p:sldLayoutId id="2147484228" r:id="rId4"/>
    <p:sldLayoutId id="2147484230" r:id="rId5"/>
  </p:sldLayoutIdLst>
  <p:timing>
    <p:tnLst>
      <p:par>
        <p:cTn id="1" dur="indefinite" restart="never" nodeType="tmRoot"/>
      </p:par>
    </p:tnLst>
  </p:timing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 kern="1200" cap="all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defRPr sz="2400" kern="1200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143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3pPr>
      <a:lvl4pPr marL="13716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4pPr>
      <a:lvl5pPr marL="18288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</a:t>
            </a:r>
            <a:r>
              <a:rPr lang="en-US" sz="800" baseline="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1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</a:t>
            </a:r>
            <a:r>
              <a:rPr lang="en-US" sz="800" baseline="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8735627" y="6636780"/>
            <a:ext cx="417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96AD103F-80C8-4104-B396-731727462289}" type="slidenum">
              <a:rPr lang="en-US" sz="800" b="1" smtClean="0">
                <a:solidFill>
                  <a:schemeClr val="accent2"/>
                </a:solidFill>
              </a:rPr>
              <a:pPr algn="r"/>
              <a:t>‹#›</a:t>
            </a:fld>
            <a:endParaRPr lang="en-US" sz="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5634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3" r:id="rId1"/>
    <p:sldLayoutId id="2147484234" r:id="rId2"/>
    <p:sldLayoutId id="2147484235" r:id="rId3"/>
    <p:sldLayoutId id="2147484236" r:id="rId4"/>
    <p:sldLayoutId id="2147484238" r:id="rId5"/>
  </p:sldLayoutIdLst>
  <p:timing>
    <p:tnLst>
      <p:par>
        <p:cTn id="1" dur="indefinite" restart="never" nodeType="tmRoot"/>
      </p:par>
    </p:tnLst>
  </p:timing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 kern="1200" cap="all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defRPr sz="2400" kern="1200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143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3pPr>
      <a:lvl4pPr marL="13716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4pPr>
      <a:lvl5pPr marL="18288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Name of Presenter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Rank/Title of Presenter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Organization of Presenter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DD MMM </a:t>
            </a:r>
            <a:r>
              <a:rPr lang="en-US" dirty="0" smtClean="0"/>
              <a:t>YYYY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 smtClean="0"/>
              <a:t>SUBTITLE GOES HERE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/>
            <a:r>
              <a:rPr lang="en-US" dirty="0"/>
              <a:t>DISTRIBUTION STATEMENT </a:t>
            </a:r>
            <a:r>
              <a:rPr lang="en-US" dirty="0" smtClean="0"/>
              <a:t>GOES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78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DD MMM </a:t>
            </a:r>
            <a:r>
              <a:rPr lang="en-US" dirty="0" smtClean="0"/>
              <a:t>YYYY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 smtClean="0"/>
              <a:t>SUBTITLE GOES HERE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Name of Presenter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Rank/Title of Presenter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Organization of Presenter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/>
            <a:r>
              <a:rPr lang="en-US" dirty="0"/>
              <a:t>DISTRIBUTION STATEMENT GOES </a:t>
            </a:r>
            <a:r>
              <a:rPr lang="en-US" dirty="0" smtClean="0"/>
              <a:t>HERE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 rot="20700000">
            <a:off x="2686692" y="2508455"/>
            <a:ext cx="3770616" cy="1237613"/>
          </a:xfrm>
          <a:prstGeom prst="rect">
            <a:avLst/>
          </a:prstGeom>
          <a:solidFill>
            <a:schemeClr val="bg1"/>
          </a:solidFill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C00000"/>
                </a:solidFill>
              </a:rPr>
              <a:t>BLACK COVER SLIDE FOR DIGITAL USE ONLY</a:t>
            </a:r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5357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SECTION TITLE GOES HERE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 smtClean="0"/>
              <a:t>SECTION SUBTITLE GOES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57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First level bullet</a:t>
            </a:r>
          </a:p>
          <a:p>
            <a:pPr lvl="1"/>
            <a:r>
              <a:rPr lang="en-US" dirty="0"/>
              <a:t>Second level bullet</a:t>
            </a:r>
          </a:p>
          <a:p>
            <a:pPr lvl="2"/>
            <a:r>
              <a:rPr lang="en-US" dirty="0"/>
              <a:t>Third level </a:t>
            </a:r>
            <a:r>
              <a:rPr lang="en-US" dirty="0" smtClean="0"/>
              <a:t>bullet</a:t>
            </a:r>
          </a:p>
          <a:p>
            <a:pPr lvl="0"/>
            <a:r>
              <a:rPr lang="en-US" dirty="0"/>
              <a:t>First level bullet</a:t>
            </a:r>
          </a:p>
          <a:p>
            <a:pPr lvl="1"/>
            <a:r>
              <a:rPr lang="en-US" dirty="0"/>
              <a:t>Second level bullet</a:t>
            </a:r>
          </a:p>
          <a:p>
            <a:pPr lvl="2"/>
            <a:r>
              <a:rPr lang="en-US" dirty="0"/>
              <a:t>Third level </a:t>
            </a:r>
            <a:r>
              <a:rPr lang="en-US" dirty="0" smtClean="0"/>
              <a:t>bullet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GOES </a:t>
            </a:r>
            <a:r>
              <a:rPr lang="en-US" dirty="0" smtClean="0"/>
              <a:t>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9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SLIDE TITLE GOES </a:t>
            </a:r>
            <a:r>
              <a:rPr lang="en-US" dirty="0" smtClean="0"/>
              <a:t>HERE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983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Content Placeholder 4"/>
          <p:cNvSpPr txBox="1">
            <a:spLocks/>
          </p:cNvSpPr>
          <p:nvPr/>
        </p:nvSpPr>
        <p:spPr bwMode="auto">
          <a:xfrm>
            <a:off x="327025" y="1704975"/>
            <a:ext cx="3152775" cy="3498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20000"/>
              </a:spcBef>
              <a:buFont typeface="Arial" charset="0"/>
              <a:buNone/>
            </a:pPr>
            <a:r>
              <a:rPr lang="en-US" altLang="en-US" sz="2200" dirty="0"/>
              <a:t>Each template has </a:t>
            </a:r>
            <a:r>
              <a:rPr lang="en-US" altLang="en-US" sz="2200" dirty="0" smtClean="0"/>
              <a:t>it</a:t>
            </a:r>
            <a:r>
              <a:rPr lang="en-US" altLang="ja-JP" sz="2200" dirty="0" smtClean="0"/>
              <a:t>s </a:t>
            </a:r>
            <a:r>
              <a:rPr lang="en-US" altLang="ja-JP" sz="2200" dirty="0"/>
              <a:t>own color palette. It is the top row of colors under the </a:t>
            </a:r>
            <a:r>
              <a:rPr lang="ja-JP" altLang="en-US" sz="2200" dirty="0"/>
              <a:t>“</a:t>
            </a:r>
            <a:r>
              <a:rPr lang="en-US" altLang="ja-JP" sz="2200" dirty="0"/>
              <a:t>Font Color,</a:t>
            </a:r>
            <a:r>
              <a:rPr lang="ja-JP" altLang="en-US" sz="2200" dirty="0"/>
              <a:t>”</a:t>
            </a:r>
            <a:r>
              <a:rPr lang="en-US" altLang="ja-JP" sz="2200" dirty="0"/>
              <a:t> </a:t>
            </a:r>
            <a:r>
              <a:rPr lang="ja-JP" altLang="en-US" sz="2200" dirty="0"/>
              <a:t>“</a:t>
            </a:r>
            <a:r>
              <a:rPr lang="en-US" altLang="ja-JP" sz="2200" dirty="0"/>
              <a:t>Shape Fill</a:t>
            </a:r>
            <a:r>
              <a:rPr lang="ja-JP" altLang="en-US" sz="2200" dirty="0"/>
              <a:t>”</a:t>
            </a:r>
            <a:r>
              <a:rPr lang="en-US" altLang="ja-JP" sz="2200" dirty="0"/>
              <a:t> and </a:t>
            </a:r>
            <a:r>
              <a:rPr lang="ja-JP" altLang="en-US" sz="2200" dirty="0"/>
              <a:t>“</a:t>
            </a:r>
            <a:r>
              <a:rPr lang="en-US" altLang="ja-JP" sz="2200" dirty="0"/>
              <a:t>Shape Outline</a:t>
            </a:r>
            <a:r>
              <a:rPr lang="ja-JP" altLang="en-US" sz="2200" dirty="0" smtClean="0"/>
              <a:t>”</a:t>
            </a:r>
            <a:r>
              <a:rPr lang="en-US" altLang="ja-JP" sz="2200" dirty="0"/>
              <a:t> </a:t>
            </a:r>
            <a:r>
              <a:rPr lang="en-US" altLang="ja-JP" sz="2200" dirty="0" smtClean="0"/>
              <a:t>menus</a:t>
            </a:r>
            <a:endParaRPr lang="en-US" altLang="en-US" sz="22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Palette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8325" y="4494213"/>
            <a:ext cx="557213" cy="5588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19" name="Rectangle 18"/>
          <p:cNvSpPr/>
          <p:nvPr/>
        </p:nvSpPr>
        <p:spPr>
          <a:xfrm>
            <a:off x="1289050" y="4494213"/>
            <a:ext cx="557213" cy="55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0" name="Rectangle 19"/>
          <p:cNvSpPr/>
          <p:nvPr/>
        </p:nvSpPr>
        <p:spPr>
          <a:xfrm>
            <a:off x="2009775" y="4494213"/>
            <a:ext cx="558800" cy="558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1" name="Rectangle 20"/>
          <p:cNvSpPr/>
          <p:nvPr/>
        </p:nvSpPr>
        <p:spPr>
          <a:xfrm>
            <a:off x="2730500" y="4494213"/>
            <a:ext cx="558800" cy="55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2" name="Rectangle 21"/>
          <p:cNvSpPr/>
          <p:nvPr/>
        </p:nvSpPr>
        <p:spPr>
          <a:xfrm>
            <a:off x="3451225" y="4494213"/>
            <a:ext cx="558800" cy="558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3" name="Rectangle 22"/>
          <p:cNvSpPr/>
          <p:nvPr/>
        </p:nvSpPr>
        <p:spPr>
          <a:xfrm>
            <a:off x="4171950" y="4494213"/>
            <a:ext cx="558800" cy="558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4" name="Rectangle 23"/>
          <p:cNvSpPr/>
          <p:nvPr/>
        </p:nvSpPr>
        <p:spPr>
          <a:xfrm>
            <a:off x="4892675" y="4494213"/>
            <a:ext cx="558800" cy="558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5" name="Rectangle 24"/>
          <p:cNvSpPr/>
          <p:nvPr/>
        </p:nvSpPr>
        <p:spPr>
          <a:xfrm>
            <a:off x="5613400" y="4494213"/>
            <a:ext cx="558800" cy="558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6" name="Rectangle 25"/>
          <p:cNvSpPr/>
          <p:nvPr/>
        </p:nvSpPr>
        <p:spPr>
          <a:xfrm>
            <a:off x="6334125" y="4494213"/>
            <a:ext cx="558800" cy="558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7" name="Rectangle 26"/>
          <p:cNvSpPr/>
          <p:nvPr/>
        </p:nvSpPr>
        <p:spPr>
          <a:xfrm>
            <a:off x="7054850" y="4494213"/>
            <a:ext cx="558800" cy="558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pic>
        <p:nvPicPr>
          <p:cNvPr id="28686" name="Picture 14" descr="x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4563" y="1587500"/>
            <a:ext cx="4565650" cy="256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UNCLASSIFIED//FOUO//DRAFT//PRE-DECISIONAL">
  <a:themeElements>
    <a:clrScheme name="US Army Color Palette">
      <a:dk1>
        <a:srgbClr val="000000"/>
      </a:dk1>
      <a:lt1>
        <a:srgbClr val="FFFFFF"/>
      </a:lt1>
      <a:dk2>
        <a:srgbClr val="FFDA3D"/>
      </a:dk2>
      <a:lt2>
        <a:srgbClr val="CCCCCC"/>
      </a:lt2>
      <a:accent1>
        <a:srgbClr val="333C33"/>
      </a:accent1>
      <a:accent2>
        <a:srgbClr val="717365"/>
      </a:accent2>
      <a:accent3>
        <a:srgbClr val="BFB8AB"/>
      </a:accent3>
      <a:accent4>
        <a:srgbClr val="B8B9B2"/>
      </a:accent4>
      <a:accent5>
        <a:srgbClr val="DBDCD8"/>
      </a:accent5>
      <a:accent6>
        <a:srgbClr val="333333"/>
      </a:accent6>
      <a:hlink>
        <a:srgbClr val="FFDA3D"/>
      </a:hlink>
      <a:folHlink>
        <a:srgbClr val="BFB8AB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UNCLASSIFIED//FOR OFFICIAL USE ONLY">
  <a:themeElements>
    <a:clrScheme name="US Army Color Palette">
      <a:dk1>
        <a:srgbClr val="000000"/>
      </a:dk1>
      <a:lt1>
        <a:srgbClr val="FFFFFF"/>
      </a:lt1>
      <a:dk2>
        <a:srgbClr val="FFDA3D"/>
      </a:dk2>
      <a:lt2>
        <a:srgbClr val="CCCCCC"/>
      </a:lt2>
      <a:accent1>
        <a:srgbClr val="333C33"/>
      </a:accent1>
      <a:accent2>
        <a:srgbClr val="717365"/>
      </a:accent2>
      <a:accent3>
        <a:srgbClr val="BFB8AB"/>
      </a:accent3>
      <a:accent4>
        <a:srgbClr val="B8B9B2"/>
      </a:accent4>
      <a:accent5>
        <a:srgbClr val="DBDCD8"/>
      </a:accent5>
      <a:accent6>
        <a:srgbClr val="333333"/>
      </a:accent6>
      <a:hlink>
        <a:srgbClr val="FFDA3D"/>
      </a:hlink>
      <a:folHlink>
        <a:srgbClr val="BFB8AB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3_UNCLASSIFIED">
  <a:themeElements>
    <a:clrScheme name="US Army Color Palette">
      <a:dk1>
        <a:srgbClr val="000000"/>
      </a:dk1>
      <a:lt1>
        <a:srgbClr val="FFFFFF"/>
      </a:lt1>
      <a:dk2>
        <a:srgbClr val="FFDA3D"/>
      </a:dk2>
      <a:lt2>
        <a:srgbClr val="CCCCCC"/>
      </a:lt2>
      <a:accent1>
        <a:srgbClr val="333C33"/>
      </a:accent1>
      <a:accent2>
        <a:srgbClr val="717365"/>
      </a:accent2>
      <a:accent3>
        <a:srgbClr val="BFB8AB"/>
      </a:accent3>
      <a:accent4>
        <a:srgbClr val="B8B9B2"/>
      </a:accent4>
      <a:accent5>
        <a:srgbClr val="DBDCD8"/>
      </a:accent5>
      <a:accent6>
        <a:srgbClr val="333333"/>
      </a:accent6>
      <a:hlink>
        <a:srgbClr val="FFDA3D"/>
      </a:hlink>
      <a:folHlink>
        <a:srgbClr val="BFB8AB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4_APPROVED FOR PUBLIC RELEASE">
  <a:themeElements>
    <a:clrScheme name="US Army Color Palette">
      <a:dk1>
        <a:srgbClr val="000000"/>
      </a:dk1>
      <a:lt1>
        <a:srgbClr val="FFFFFF"/>
      </a:lt1>
      <a:dk2>
        <a:srgbClr val="FFDA3D"/>
      </a:dk2>
      <a:lt2>
        <a:srgbClr val="CCCCCC"/>
      </a:lt2>
      <a:accent1>
        <a:srgbClr val="333C33"/>
      </a:accent1>
      <a:accent2>
        <a:srgbClr val="717365"/>
      </a:accent2>
      <a:accent3>
        <a:srgbClr val="BFB8AB"/>
      </a:accent3>
      <a:accent4>
        <a:srgbClr val="B8B9B2"/>
      </a:accent4>
      <a:accent5>
        <a:srgbClr val="DBDCD8"/>
      </a:accent5>
      <a:accent6>
        <a:srgbClr val="333333"/>
      </a:accent6>
      <a:hlink>
        <a:srgbClr val="FFDA3D"/>
      </a:hlink>
      <a:folHlink>
        <a:srgbClr val="BFB8AB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Picture" ma:contentTypeID="0x01010200F177B2FE6EB01A4CB29C652E415E2656" ma:contentTypeVersion="11" ma:contentTypeDescription="Upload an image or a photograph." ma:contentTypeScope="" ma:versionID="f320764365f13f50dd47b542c61f0f3c">
  <xsd:schema xmlns:xsd="http://www.w3.org/2001/XMLSchema" xmlns:xs="http://www.w3.org/2001/XMLSchema" xmlns:p="http://schemas.microsoft.com/office/2006/metadata/properties" xmlns:ns1="http://schemas.microsoft.com/sharepoint/v3" xmlns:ns2="2c061caa-ac96-4ed1-b74a-abb1169dd94c" xmlns:ns3="8acc76ce-4927-4c10-947a-54b615abcc3a" targetNamespace="http://schemas.microsoft.com/office/2006/metadata/properties" ma:root="true" ma:fieldsID="4ef1a987c416b8de0673a0f47df6a8c9" ns1:_="" ns2:_="" ns3:_="">
    <xsd:import namespace="http://schemas.microsoft.com/sharepoint/v3"/>
    <xsd:import namespace="2c061caa-ac96-4ed1-b74a-abb1169dd94c"/>
    <xsd:import namespace="8acc76ce-4927-4c10-947a-54b615abcc3a"/>
    <xsd:element name="properties">
      <xsd:complexType>
        <xsd:sequence>
          <xsd:element name="documentManagement">
            <xsd:complexType>
              <xsd:all>
                <xsd:element ref="ns1:ImageWidth" minOccurs="0"/>
                <xsd:element ref="ns1:ImageHeight" minOccurs="0"/>
                <xsd:element ref="ns1:ImageCreateDate" minOccurs="0"/>
                <xsd:element ref="ns1:Description" minOccurs="0"/>
                <xsd:element ref="ns1:ThumbnailExists" minOccurs="0"/>
                <xsd:element ref="ns1:PreviewExists" minOccurs="0"/>
                <xsd:element ref="ns1:AlternateThumbnailUrl" minOccurs="0"/>
                <xsd:element ref="ns2:Organization" minOccurs="0"/>
                <xsd:element ref="ns2:SharedWithUsers" minOccurs="0"/>
                <xsd:element ref="ns3:Display_x0020_Name" minOccurs="0"/>
                <xsd:element ref="ns3:Desktop" minOccurs="0"/>
                <xsd:element ref="ns3:Group" minOccurs="0"/>
                <xsd:element ref="ns3:DL_Link" minOccurs="0"/>
                <xsd:element ref="ns3:FileType0" minOccurs="0"/>
                <xsd:element ref="ns3:SortOr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ImageWidth" ma:index="11" nillable="true" ma:displayName="Picture Width" ma:internalName="ImageWidth" ma:readOnly="true">
      <xsd:simpleType>
        <xsd:restriction base="dms:Unknown"/>
      </xsd:simpleType>
    </xsd:element>
    <xsd:element name="ImageHeight" ma:index="12" nillable="true" ma:displayName="Picture Height" ma:internalName="ImageHeight" ma:readOnly="true">
      <xsd:simpleType>
        <xsd:restriction base="dms:Unknown"/>
      </xsd:simpleType>
    </xsd:element>
    <xsd:element name="ImageCreateDate" ma:index="13" nillable="true" ma:displayName="Date Picture Taken" ma:format="DateTime" ma:hidden="true" ma:internalName="ImageCreateDate">
      <xsd:simpleType>
        <xsd:restriction base="dms:DateTime"/>
      </xsd:simpleType>
    </xsd:element>
    <xsd:element name="Description" ma:index="14" nillable="true" ma:displayName="Description" ma:description="Used as alternative text for the picture." ma:hidden="true" ma:internalName="Description">
      <xsd:simpleType>
        <xsd:restriction base="dms:Note">
          <xsd:maxLength value="255"/>
        </xsd:restriction>
      </xsd:simpleType>
    </xsd:element>
    <xsd:element name="ThumbnailExists" ma:index="23" nillable="true" ma:displayName="Thumbnail Exists" ma:default="FALSE" ma:hidden="true" ma:internalName="ThumbnailExists" ma:readOnly="true">
      <xsd:simpleType>
        <xsd:restriction base="dms:Boolean"/>
      </xsd:simpleType>
    </xsd:element>
    <xsd:element name="PreviewExists" ma:index="24" nillable="true" ma:displayName="Preview Exists" ma:default="FALSE" ma:hidden="true" ma:internalName="PreviewExists" ma:readOnly="true">
      <xsd:simpleType>
        <xsd:restriction base="dms:Boolean"/>
      </xsd:simpleType>
    </xsd:element>
    <xsd:element name="AlternateThumbnailUrl" ma:index="25" nillable="true" ma:displayName="Preview Image URL" ma:format="Image" ma:hidden="true" ma:internalName="AlternateThumbnailUrl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061caa-ac96-4ed1-b74a-abb1169dd94c" elementFormDefault="qualified">
    <xsd:import namespace="http://schemas.microsoft.com/office/2006/documentManagement/types"/>
    <xsd:import namespace="http://schemas.microsoft.com/office/infopath/2007/PartnerControls"/>
    <xsd:element name="Organization" ma:index="26" nillable="true" ma:displayName="Organization" ma:default="HQ RDECOM" ma:format="Dropdown" ma:internalName="Organization">
      <xsd:simpleType>
        <xsd:restriction base="dms:Choice">
          <xsd:enumeration value="All"/>
          <xsd:enumeration value="HQ RDECOM"/>
          <xsd:enumeration value="AMRDEC"/>
          <xsd:enumeration value="AMSAA"/>
          <xsd:enumeration value="ARDEC"/>
          <xsd:enumeration value="ARL"/>
          <xsd:enumeration value="CERDEC"/>
          <xsd:enumeration value="ECBC"/>
          <xsd:enumeration value="NSRDEC"/>
          <xsd:enumeration value="TARDEC"/>
        </xsd:restriction>
      </xsd:simpleType>
    </xsd:element>
    <xsd:element name="SharedWithUsers" ma:index="27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cc76ce-4927-4c10-947a-54b615abcc3a" elementFormDefault="qualified">
    <xsd:import namespace="http://schemas.microsoft.com/office/2006/documentManagement/types"/>
    <xsd:import namespace="http://schemas.microsoft.com/office/infopath/2007/PartnerControls"/>
    <xsd:element name="Display_x0020_Name" ma:index="28" nillable="true" ma:displayName="Display Name" ma:internalName="Display_x0020_Name">
      <xsd:simpleType>
        <xsd:restriction base="dms:Text">
          <xsd:maxLength value="255"/>
        </xsd:restriction>
      </xsd:simpleType>
    </xsd:element>
    <xsd:element name="Desktop" ma:index="29" nillable="true" ma:displayName="Tab" ma:format="Dropdown" ma:internalName="Desktop">
      <xsd:simpleType>
        <xsd:restriction base="dms:Choice">
          <xsd:enumeration value="Professional"/>
          <xsd:enumeration value="Both"/>
        </xsd:restriction>
      </xsd:simpleType>
    </xsd:element>
    <xsd:element name="Group" ma:index="30" nillable="true" ma:displayName="Group" ma:format="Dropdown" ma:internalName="Group">
      <xsd:simpleType>
        <xsd:restriction base="dms:Choice">
          <xsd:enumeration value="Army Logo"/>
          <xsd:enumeration value="Bi-Fold Brochure"/>
          <xsd:enumeration value="Bio"/>
          <xsd:enumeration value="Business Card"/>
          <xsd:enumeration value="Command Lineage"/>
          <xsd:enumeration value="Fact Sheet"/>
          <xsd:enumeration value="Large Poster"/>
          <xsd:enumeration value="Small Poster"/>
          <xsd:enumeration value="Specific Lineage"/>
          <xsd:enumeration value="PowerPoint"/>
          <xsd:enumeration value="Social Media"/>
          <xsd:enumeration value="Tri-Fold Brochure"/>
        </xsd:restriction>
      </xsd:simpleType>
    </xsd:element>
    <xsd:element name="DL_Link" ma:index="31" nillable="true" ma:displayName="Download" ma:format="Hyperlink" ma:internalName="DL_Link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FileType0" ma:index="33" nillable="true" ma:displayName="FileType" ma:format="Dropdown" ma:internalName="FileType0">
      <xsd:simpleType>
        <xsd:restriction base="dms:Choice">
          <xsd:enumeration value="docx"/>
          <xsd:enumeration value="eps"/>
          <xsd:enumeration value="indd"/>
          <xsd:enumeration value="pdf"/>
          <xsd:enumeration value="png"/>
          <xsd:enumeration value="pptx"/>
        </xsd:restriction>
      </xsd:simpleType>
    </xsd:element>
    <xsd:element name="SortOrder" ma:index="34" nillable="true" ma:displayName="SortOrder" ma:default="01 – Army Logo" ma:format="Dropdown" ma:internalName="SortOrder">
      <xsd:simpleType>
        <xsd:restriction base="dms:Choice">
          <xsd:enumeration value="01 – Army Logo"/>
          <xsd:enumeration value="02 – Command Lineage"/>
          <xsd:enumeration value="03 – Competency Lineage"/>
          <xsd:enumeration value="04 – PowerPoint (Briefing) Templates"/>
          <xsd:enumeration value="05 – Business Card Templates"/>
          <xsd:enumeration value="06 – Name Tent Templates"/>
          <xsd:enumeration value="07 – Social Media"/>
          <xsd:enumeration value="08 – VTC Signs"/>
          <xsd:enumeration value="09 – Poster Templates (Small – 11&quot;x17&quot;)"/>
          <xsd:enumeration value="10 – Poster Templates (Large – 11&quot;x17&quot;)"/>
          <xsd:enumeration value="11 – Fact Sheet Templates"/>
          <xsd:enumeration value="12 – Brochure Templates (Bi-Fold)"/>
          <xsd:enumeration value="13 – Brochure Templates (Tri-Fold)"/>
          <xsd:enumeration value="14 – Bio Templates"/>
          <xsd:enumeration value="15 - Exterior Signage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8" ma:displayName="Title"/>
        <xsd:element ref="dc:subject" minOccurs="0" maxOccurs="1"/>
        <xsd:element ref="dc:description" minOccurs="0" maxOccurs="1"/>
        <xsd:element name="keywords" minOccurs="0" maxOccurs="1" type="xsd:string" ma:index="20" ma:displayName="Keywords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lternateThumbnailUrl xmlns="http://schemas.microsoft.com/sharepoint/v3">
      <Url xsi:nil="true"/>
      <Description xsi:nil="true"/>
    </AlternateThumbnailUrl>
    <Group xmlns="8acc76ce-4927-4c10-947a-54b615abcc3a">PowerPoint</Group>
    <Display_x0020_Name xmlns="8acc76ce-4927-4c10-947a-54b615abcc3a">CCDC Army Research Laboratory – PowerPoint (Briefing) – Standard Format</Display_x0020_Name>
    <ImageCreateDate xmlns="http://schemas.microsoft.com/sharepoint/v3" xsi:nil="true"/>
    <Organization xmlns="2c061caa-ac96-4ed1-b74a-abb1169dd94c">ARL</Organization>
    <Description xmlns="http://schemas.microsoft.com/sharepoint/v3" xsi:nil="true"/>
    <Desktop xmlns="8acc76ce-4927-4c10-947a-54b615abcc3a">Both</Desktop>
    <DL_Link xmlns="8acc76ce-4927-4c10-947a-54b615abcc3a">
      <Url>https://rdecom.apgea.army.mil/_layouts/download.aspx?SourceUrl=https://rdecom.apgea.army.mil/BP/BrandItems/PowerPoint_Template_RLB.pptx</Url>
      <Description>DOWNLOAD</Description>
    </DL_Link>
    <FileType0 xmlns="8acc76ce-4927-4c10-947a-54b615abcc3a">pptx</FileType0>
    <SortOrder xmlns="8acc76ce-4927-4c10-947a-54b615abcc3a">04 – PowerPoint (Briefing) Templates</SortOrder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7CB1D6C-4708-4946-9D73-8E1A5A223D41}"/>
</file>

<file path=customXml/itemProps2.xml><?xml version="1.0" encoding="utf-8"?>
<ds:datastoreItem xmlns:ds="http://schemas.openxmlformats.org/officeDocument/2006/customXml" ds:itemID="{18FEFD74-9FBC-4157-8802-AFD8EC757C9F}"/>
</file>

<file path=customXml/itemProps3.xml><?xml version="1.0" encoding="utf-8"?>
<ds:datastoreItem xmlns:ds="http://schemas.openxmlformats.org/officeDocument/2006/customXml" ds:itemID="{613FA5FF-2111-4E01-9BF6-3626FF06C57A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2151</TotalTime>
  <Words>113</Words>
  <Application>Microsoft Office PowerPoint</Application>
  <PresentationFormat>On-screen Show (4:3)</PresentationFormat>
  <Paragraphs>25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Arial Bold</vt:lpstr>
      <vt:lpstr>1_UNCLASSIFIED//FOUO//DRAFT//PRE-DECISIONAL</vt:lpstr>
      <vt:lpstr>2_UNCLASSIFIED//FOR OFFICIAL USE ONLY</vt:lpstr>
      <vt:lpstr>3_UNCLASSIFIED</vt:lpstr>
      <vt:lpstr>4_APPROVED FOR PUBLIC RELEASE</vt:lpstr>
      <vt:lpstr>PowerPoint Presentation</vt:lpstr>
      <vt:lpstr>PowerPoint Presentation</vt:lpstr>
      <vt:lpstr>SECTION TITLE GOES HERE</vt:lpstr>
      <vt:lpstr>SLIDE TITLE GOES HERE</vt:lpstr>
      <vt:lpstr>SLIDE TITLE GOES HERE </vt:lpstr>
      <vt:lpstr>Color Palette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Army</dc:title>
  <dc:subject>Active Army</dc:subject>
  <dc:creator>MWG</dc:creator>
  <cp:keywords/>
  <dc:description/>
  <cp:lastModifiedBy>DoD Admin</cp:lastModifiedBy>
  <cp:revision>143</cp:revision>
  <cp:lastPrinted>2018-04-12T16:00:29Z</cp:lastPrinted>
  <dcterms:created xsi:type="dcterms:W3CDTF">2016-09-22T11:21:33Z</dcterms:created>
  <dcterms:modified xsi:type="dcterms:W3CDTF">2019-01-23T19:11:07Z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NewReviewCycle">
    <vt:lpwstr/>
  </property>
  <property fmtid="{D5CDD505-2E9C-101B-9397-08002B2CF9AE}" pid="3" name="ContentTypeId">
    <vt:lpwstr>0x01010200F177B2FE6EB01A4CB29C652E415E2656</vt:lpwstr>
  </property>
  <property fmtid="{D5CDD505-2E9C-101B-9397-08002B2CF9AE}" pid="4" name="WorkflowChangePath">
    <vt:lpwstr>fa62ed53-5d34-4242-83f6-2fedcb8fc24a,5;fa62ed53-5d34-4242-83f6-2fedcb8fc24a,7;fa62ed53-5d34-4242-83f6-2fedcb8fc24a,11;fa62ed53-5d34-4242-83f6-2fedcb8fc24a,13;fa62ed53-5d34-4242-83f6-2fedcb8fc24a,15;fa62ed53-5d34-4242-83f6-2fedcb8fc24a,15;fa62ed53-5d34-4242-83f6-2fedcb8fc24a,17;</vt:lpwstr>
  </property>
</Properties>
</file>